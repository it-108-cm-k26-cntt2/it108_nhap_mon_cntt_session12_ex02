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F3A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Hello world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333240" y="3060700"/>
            <a:ext cx="43116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>
                <a:solidFill>
                  <a:srgbClr val="FF0000"/>
                </a:solidFill>
                <a:latin typeface="Comic Sans MS" panose="030F0702030302020204" charset="0"/>
                <a:cs typeface="Comic Sans MS" panose="030F0702030302020204" charset="0"/>
              </a:rPr>
              <a:t>Hello world</a:t>
            </a:r>
            <a:endParaRPr lang="en-US" altLang="en-US" sz="3200">
              <a:solidFill>
                <a:srgbClr val="FF000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WPS Presentation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Comic Sans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world</dc:title>
  <dc:creator>PNN</dc:creator>
  <cp:lastModifiedBy>Phát Nguyễn Thành</cp:lastModifiedBy>
  <cp:revision>1</cp:revision>
  <dcterms:created xsi:type="dcterms:W3CDTF">2026-10-27T01:49:44Z</dcterms:created>
  <dcterms:modified xsi:type="dcterms:W3CDTF">2026-10-27T01:49:44Z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5EE189430D404714A1EFDBFF6AEB9646_11</vt:lpwstr>
  </property>
</Properties>
</file>